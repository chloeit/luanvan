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2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88937-F006-4974-AAEE-91AFE14B03F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2F7FC-F50C-4E2A-BA1E-4BB4A142C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1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2F7FC-F50C-4E2A-BA1E-4BB4A142C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7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CE39-77FE-183D-6353-2B877108C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9B868-10B8-D398-0B41-75889DF55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6BA1-DD38-EB6A-0C8D-BF67EB3A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843C-530B-FAB5-AF2B-2D7C55B2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B6F85-FF41-4FE5-69FC-C67ECBE1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7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FE12-731F-F7E5-EEC5-EF675FFE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EC1AB-CE46-520E-DD81-432CF0EDD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92DB9-E10C-0DE8-D1D5-951D4AE9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1A042-78EE-ED26-9AEE-296753CE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842CE-5565-38AC-D7A1-A3E78128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2062-F0D0-3D99-0344-DCFFA70E3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EC397-0195-BE52-958D-B0C4A8C69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C7E8-B61F-8189-A9BC-1D730860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7C04-548A-71EF-8C1A-5BAEFB81B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18534-94EA-5BAB-C0BE-0BA309D3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8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E40C4-BEA1-F673-09C1-3CA32D94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CA1EE-7CA5-9A6D-9D7C-D99310627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0C592-AC85-316C-15A6-66B3F5532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642A9-D9D6-94CF-CBE3-E2F0BD236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0D329-78C9-DE53-C0F5-C2A8329F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DB377-ADE1-F9A5-9CAE-4D7A8641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9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017C-EA50-2E0D-E3E5-1BC7F957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8F61E-21DD-FAB8-67C4-D56E53524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608DE-D997-7D0C-A212-B93981F42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6492E-943F-FB23-AAF4-209DDDBC3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7C3F6-8364-F29F-D262-3EF7A0DB5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C22D5-07A1-A9B1-3B5E-9BEABFE1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0F6E9-3BC1-DAB2-E9EC-CBB263DB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8CFA2-8B44-E326-70A0-C8E8C035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1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B1BC-4ECE-5F0A-EC8E-FF8FA703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4D27D-CFFD-184A-58E6-7824383CE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5174A-5350-506B-5093-A4B6C3B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61C13-A70E-57B9-4DDA-994C511C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8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F94B1-43AA-20C2-1AD5-E226939F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4850B7-FEB6-CEF3-E0B7-6D1E079C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37DB7-AFEE-324A-8504-2AE36AD1B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8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9A24-269B-6EC1-BA20-017A696C6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B541-D2C0-68F3-CEB9-31ADAD876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085BD-B05B-5594-C80E-E0EC13F00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57C69-76A7-1076-AD78-45CFE0C3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6CF41-0F14-9676-CA24-32ADC990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4B41E-EA3A-D3BC-0B1C-BBCF7A63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7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0201-2364-5D85-4FB3-9A7D621E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057D7-8E1D-93F7-7400-606CD1252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4C2C7-732A-7C0C-30D4-7676BCAB3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C6516-E060-D61F-D500-D4BD46B4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6A024-5775-887C-1947-6D85A80A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2E4E2-54A2-B867-F98A-A5F47268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0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B436-9273-79EF-00A2-5D92788A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F0962-1417-8F57-EC31-EAAD2BD24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CDDF3-9AB4-25F3-491F-D900D29F5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E6A8-2ABB-820A-E4F2-387ADBF1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03E6-8DF3-4895-D725-3F97E451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40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D4117D-5371-BCC0-8019-BC4418F31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3DFBB-4BAE-BA6C-2980-ABA853614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FA59-2297-9AF6-AC00-69C7583D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69F09-76DB-0F6D-26AE-9AB2F501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2C89D-FEA2-3BC6-692D-60109434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5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512D9-6A3D-A52F-58E9-D2AE38224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4D0A-70C3-4856-3B42-72069508A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CD64-34BC-D66A-478A-CA1284EF9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BF8D8-D7FE-4A75-B40E-8DB7020EADA1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D5A0C-A60D-C78A-53E6-1FB10D05C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6E85-EB3F-F982-1A58-1F60D3953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6CF06-0306-4B04-928A-B8890A27D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57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B81524-DC5A-F011-0A5A-4657CE713C8A}"/>
              </a:ext>
            </a:extLst>
          </p:cNvPr>
          <p:cNvSpPr/>
          <p:nvPr/>
        </p:nvSpPr>
        <p:spPr>
          <a:xfrm>
            <a:off x="4930140" y="358140"/>
            <a:ext cx="2331720" cy="13868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BOOKING HOTEL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6266AC-F25B-2E54-E319-A58F2A1CB3FC}"/>
              </a:ext>
            </a:extLst>
          </p:cNvPr>
          <p:cNvSpPr/>
          <p:nvPr/>
        </p:nvSpPr>
        <p:spPr>
          <a:xfrm>
            <a:off x="1120140" y="4419600"/>
            <a:ext cx="2331720" cy="13868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Spring Framework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D927EA-7862-78C4-BBDF-EBB36D475B26}"/>
              </a:ext>
            </a:extLst>
          </p:cNvPr>
          <p:cNvSpPr/>
          <p:nvPr/>
        </p:nvSpPr>
        <p:spPr>
          <a:xfrm>
            <a:off x="8831580" y="2484120"/>
            <a:ext cx="2331720" cy="13868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DATABASE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DEEE47-924D-784F-203A-E6430217B525}"/>
              </a:ext>
            </a:extLst>
          </p:cNvPr>
          <p:cNvSpPr/>
          <p:nvPr/>
        </p:nvSpPr>
        <p:spPr>
          <a:xfrm>
            <a:off x="4930140" y="2484120"/>
            <a:ext cx="2331720" cy="13868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FRONT-END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C5D2B6-4FB7-5395-A23A-A63DD5C60AA8}"/>
              </a:ext>
            </a:extLst>
          </p:cNvPr>
          <p:cNvSpPr/>
          <p:nvPr/>
        </p:nvSpPr>
        <p:spPr>
          <a:xfrm>
            <a:off x="1028700" y="2484120"/>
            <a:ext cx="2331720" cy="13868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BACK-END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84C763-197D-597D-C151-9077EF0E0E7C}"/>
              </a:ext>
            </a:extLst>
          </p:cNvPr>
          <p:cNvSpPr/>
          <p:nvPr/>
        </p:nvSpPr>
        <p:spPr>
          <a:xfrm>
            <a:off x="4930140" y="4419600"/>
            <a:ext cx="2331720" cy="13868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ReactJS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286F632-8361-1F15-9DEB-464E13E4F53A}"/>
              </a:ext>
            </a:extLst>
          </p:cNvPr>
          <p:cNvSpPr/>
          <p:nvPr/>
        </p:nvSpPr>
        <p:spPr>
          <a:xfrm>
            <a:off x="8831580" y="4419600"/>
            <a:ext cx="2331720" cy="13868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My SQL Workbench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3D3FD3-80F4-6BE5-3305-027A2C3CB448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2194560" y="1051560"/>
            <a:ext cx="2735580" cy="143256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10BCE5-D9E2-F7C2-049D-B1140B167E36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6096000" y="1744980"/>
            <a:ext cx="0" cy="73914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53637C-EA40-D8DE-C76F-D18734864EF3}"/>
              </a:ext>
            </a:extLst>
          </p:cNvPr>
          <p:cNvCxnSpPr>
            <a:stCxn id="4" idx="6"/>
            <a:endCxn id="6" idx="0"/>
          </p:cNvCxnSpPr>
          <p:nvPr/>
        </p:nvCxnSpPr>
        <p:spPr>
          <a:xfrm>
            <a:off x="7261860" y="1051560"/>
            <a:ext cx="2735580" cy="143256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225230D-E159-B40E-AC44-DB60B8BA2FAC}"/>
              </a:ext>
            </a:extLst>
          </p:cNvPr>
          <p:cNvCxnSpPr>
            <a:stCxn id="8" idx="4"/>
          </p:cNvCxnSpPr>
          <p:nvPr/>
        </p:nvCxnSpPr>
        <p:spPr>
          <a:xfrm>
            <a:off x="2194560" y="387096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CAF166-0EB0-9EA3-9B93-336C8E74EFCD}"/>
              </a:ext>
            </a:extLst>
          </p:cNvPr>
          <p:cNvCxnSpPr>
            <a:stCxn id="7" idx="4"/>
            <a:endCxn id="9" idx="0"/>
          </p:cNvCxnSpPr>
          <p:nvPr/>
        </p:nvCxnSpPr>
        <p:spPr>
          <a:xfrm>
            <a:off x="6096000" y="3870960"/>
            <a:ext cx="0" cy="54864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10C96B-B870-344B-5177-0E2C117537B6}"/>
              </a:ext>
            </a:extLst>
          </p:cNvPr>
          <p:cNvCxnSpPr>
            <a:stCxn id="6" idx="4"/>
            <a:endCxn id="10" idx="0"/>
          </p:cNvCxnSpPr>
          <p:nvPr/>
        </p:nvCxnSpPr>
        <p:spPr>
          <a:xfrm>
            <a:off x="9997440" y="387096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18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3C4A9-54EE-A507-8680-6C0043F8D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994410"/>
            <a:ext cx="3419475" cy="4381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E1FF225-7642-D15D-5669-84EE5FFAFB8F}"/>
              </a:ext>
            </a:extLst>
          </p:cNvPr>
          <p:cNvSpPr/>
          <p:nvPr/>
        </p:nvSpPr>
        <p:spPr>
          <a:xfrm>
            <a:off x="7719060" y="87630"/>
            <a:ext cx="1264920" cy="70866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  <a:alpha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C512F7-D65A-6853-5D77-9B868AA952B0}"/>
              </a:ext>
            </a:extLst>
          </p:cNvPr>
          <p:cNvSpPr/>
          <p:nvPr/>
        </p:nvSpPr>
        <p:spPr>
          <a:xfrm>
            <a:off x="7739203" y="6061710"/>
            <a:ext cx="1264920" cy="65532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174BDF29-13DD-FD9E-79E9-2545CB0E33D5}"/>
              </a:ext>
            </a:extLst>
          </p:cNvPr>
          <p:cNvSpPr/>
          <p:nvPr/>
        </p:nvSpPr>
        <p:spPr>
          <a:xfrm>
            <a:off x="6992778" y="2175510"/>
            <a:ext cx="2717483" cy="979170"/>
          </a:xfrm>
          <a:prstGeom prst="flowChartDecision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LOGIN SUCCESSFUL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95283675-F6A7-DC76-365F-13FEDCB56367}"/>
              </a:ext>
            </a:extLst>
          </p:cNvPr>
          <p:cNvSpPr/>
          <p:nvPr/>
        </p:nvSpPr>
        <p:spPr>
          <a:xfrm>
            <a:off x="7109459" y="1009650"/>
            <a:ext cx="2484120" cy="96393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USERNAME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PASSWORD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EMAIL</a:t>
            </a:r>
          </a:p>
        </p:txBody>
      </p:sp>
      <p:sp>
        <p:nvSpPr>
          <p:cNvPr id="9" name="Flowchart: Data 8">
            <a:extLst>
              <a:ext uri="{FF2B5EF4-FFF2-40B4-BE49-F238E27FC236}">
                <a16:creationId xmlns:a16="http://schemas.microsoft.com/office/drawing/2014/main" id="{0BE5B13A-EFEC-9357-2353-1391786D94D2}"/>
              </a:ext>
            </a:extLst>
          </p:cNvPr>
          <p:cNvSpPr/>
          <p:nvPr/>
        </p:nvSpPr>
        <p:spPr>
          <a:xfrm>
            <a:off x="9710260" y="1064895"/>
            <a:ext cx="1923098" cy="85344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ERROR MESSAGE</a:t>
            </a:r>
          </a:p>
        </p:txBody>
      </p: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EBBD6584-0289-CA0F-3B3A-EBB9C6DD05EF}"/>
              </a:ext>
            </a:extLst>
          </p:cNvPr>
          <p:cNvSpPr/>
          <p:nvPr/>
        </p:nvSpPr>
        <p:spPr>
          <a:xfrm>
            <a:off x="7559039" y="3356610"/>
            <a:ext cx="1584960" cy="60960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HOTEL</a:t>
            </a:r>
          </a:p>
        </p:txBody>
      </p:sp>
      <p:sp>
        <p:nvSpPr>
          <p:cNvPr id="11" name="Flowchart: Data 10">
            <a:extLst>
              <a:ext uri="{FF2B5EF4-FFF2-40B4-BE49-F238E27FC236}">
                <a16:creationId xmlns:a16="http://schemas.microsoft.com/office/drawing/2014/main" id="{0381597D-1757-2D7E-D21A-ACAD85A22C76}"/>
              </a:ext>
            </a:extLst>
          </p:cNvPr>
          <p:cNvSpPr/>
          <p:nvPr/>
        </p:nvSpPr>
        <p:spPr>
          <a:xfrm>
            <a:off x="4992528" y="3360420"/>
            <a:ext cx="1645920" cy="65532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HOTEL DETAIL</a:t>
            </a:r>
          </a:p>
        </p:txBody>
      </p:sp>
      <p:sp>
        <p:nvSpPr>
          <p:cNvPr id="12" name="Flowchart: Data 11">
            <a:extLst>
              <a:ext uri="{FF2B5EF4-FFF2-40B4-BE49-F238E27FC236}">
                <a16:creationId xmlns:a16="http://schemas.microsoft.com/office/drawing/2014/main" id="{1E6025A2-205D-4353-53A5-F9ECD6F9D366}"/>
              </a:ext>
            </a:extLst>
          </p:cNvPr>
          <p:cNvSpPr/>
          <p:nvPr/>
        </p:nvSpPr>
        <p:spPr>
          <a:xfrm>
            <a:off x="7345679" y="4198620"/>
            <a:ext cx="2011680" cy="65532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BOOKING</a:t>
            </a:r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31F2E91B-0534-4F24-1690-B28CA4A2385C}"/>
              </a:ext>
            </a:extLst>
          </p:cNvPr>
          <p:cNvSpPr/>
          <p:nvPr/>
        </p:nvSpPr>
        <p:spPr>
          <a:xfrm>
            <a:off x="9665969" y="4198620"/>
            <a:ext cx="2011680" cy="65532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ADD TO FAVORITE</a:t>
            </a:r>
          </a:p>
        </p:txBody>
      </p:sp>
      <p:sp>
        <p:nvSpPr>
          <p:cNvPr id="14" name="Flowchart: Data 13">
            <a:extLst>
              <a:ext uri="{FF2B5EF4-FFF2-40B4-BE49-F238E27FC236}">
                <a16:creationId xmlns:a16="http://schemas.microsoft.com/office/drawing/2014/main" id="{86A47278-8B30-3522-5951-EE13AEE34F1C}"/>
              </a:ext>
            </a:extLst>
          </p:cNvPr>
          <p:cNvSpPr/>
          <p:nvPr/>
        </p:nvSpPr>
        <p:spPr>
          <a:xfrm>
            <a:off x="10058210" y="3320415"/>
            <a:ext cx="1645920" cy="65532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HOTEL DETAIL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94553F0E-24D8-0673-32E6-16057419249D}"/>
              </a:ext>
            </a:extLst>
          </p:cNvPr>
          <p:cNvSpPr/>
          <p:nvPr/>
        </p:nvSpPr>
        <p:spPr>
          <a:xfrm>
            <a:off x="7365823" y="5122545"/>
            <a:ext cx="2011680" cy="655320"/>
          </a:xfrm>
          <a:prstGeom prst="flowChartInputOutput">
            <a:avLst/>
          </a:prstGeom>
          <a:gradFill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BF3706A8-AA24-F9C9-D1B1-70CF1F2DD137}"/>
              </a:ext>
            </a:extLst>
          </p:cNvPr>
          <p:cNvSpPr/>
          <p:nvPr/>
        </p:nvSpPr>
        <p:spPr>
          <a:xfrm>
            <a:off x="4992528" y="1062990"/>
            <a:ext cx="2000250" cy="809625"/>
          </a:xfrm>
          <a:prstGeom prst="flowChartInputOutpu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EDIT PROFILE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D35008-82A1-62DA-E39D-227CF54133DC}"/>
              </a:ext>
            </a:extLst>
          </p:cNvPr>
          <p:cNvCxnSpPr>
            <a:stCxn id="5" idx="4"/>
            <a:endCxn id="8" idx="1"/>
          </p:cNvCxnSpPr>
          <p:nvPr/>
        </p:nvCxnSpPr>
        <p:spPr>
          <a:xfrm flipH="1">
            <a:off x="8351519" y="796290"/>
            <a:ext cx="1" cy="2133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1754D9-9263-FD50-5A6F-E8252D922DD2}"/>
              </a:ext>
            </a:extLst>
          </p:cNvPr>
          <p:cNvCxnSpPr>
            <a:stCxn id="8" idx="4"/>
            <a:endCxn id="7" idx="0"/>
          </p:cNvCxnSpPr>
          <p:nvPr/>
        </p:nvCxnSpPr>
        <p:spPr>
          <a:xfrm>
            <a:off x="8351519" y="1973580"/>
            <a:ext cx="1" cy="2019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944210-7971-9E93-679E-11092A2F1208}"/>
              </a:ext>
            </a:extLst>
          </p:cNvPr>
          <p:cNvCxnSpPr>
            <a:stCxn id="7" idx="2"/>
            <a:endCxn id="10" idx="1"/>
          </p:cNvCxnSpPr>
          <p:nvPr/>
        </p:nvCxnSpPr>
        <p:spPr>
          <a:xfrm flipH="1">
            <a:off x="8351519" y="3154680"/>
            <a:ext cx="1" cy="2019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77F6A36-4053-22D2-4DBB-7DE44DC8C2B4}"/>
              </a:ext>
            </a:extLst>
          </p:cNvPr>
          <p:cNvCxnSpPr>
            <a:stCxn id="8" idx="5"/>
            <a:endCxn id="9" idx="2"/>
          </p:cNvCxnSpPr>
          <p:nvPr/>
        </p:nvCxnSpPr>
        <p:spPr>
          <a:xfrm>
            <a:off x="9345167" y="1491615"/>
            <a:ext cx="55740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549D7AC-FF77-52F6-BFEE-53BE620187D3}"/>
              </a:ext>
            </a:extLst>
          </p:cNvPr>
          <p:cNvCxnSpPr>
            <a:stCxn id="8" idx="2"/>
            <a:endCxn id="16" idx="5"/>
          </p:cNvCxnSpPr>
          <p:nvPr/>
        </p:nvCxnSpPr>
        <p:spPr>
          <a:xfrm flipH="1" flipV="1">
            <a:off x="6792753" y="1467803"/>
            <a:ext cx="565118" cy="238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5188F1-97C5-B79E-4ADA-EB50BE17CB3B}"/>
              </a:ext>
            </a:extLst>
          </p:cNvPr>
          <p:cNvCxnSpPr>
            <a:stCxn id="10" idx="5"/>
            <a:endCxn id="14" idx="2"/>
          </p:cNvCxnSpPr>
          <p:nvPr/>
        </p:nvCxnSpPr>
        <p:spPr>
          <a:xfrm flipV="1">
            <a:off x="8985503" y="3648075"/>
            <a:ext cx="1237299" cy="13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35A5F38-0E58-DFC5-BB42-DC7816F46743}"/>
              </a:ext>
            </a:extLst>
          </p:cNvPr>
          <p:cNvCxnSpPr>
            <a:stCxn id="14" idx="4"/>
            <a:endCxn id="13" idx="0"/>
          </p:cNvCxnSpPr>
          <p:nvPr/>
        </p:nvCxnSpPr>
        <p:spPr>
          <a:xfrm flipH="1">
            <a:off x="10872977" y="3975735"/>
            <a:ext cx="8193" cy="222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387925-7C3B-4489-ED91-0847583694B2}"/>
              </a:ext>
            </a:extLst>
          </p:cNvPr>
          <p:cNvCxnSpPr>
            <a:stCxn id="10" idx="2"/>
            <a:endCxn id="11" idx="5"/>
          </p:cNvCxnSpPr>
          <p:nvPr/>
        </p:nvCxnSpPr>
        <p:spPr>
          <a:xfrm flipH="1">
            <a:off x="6473856" y="3661410"/>
            <a:ext cx="1243679" cy="26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9B25E7-E582-8BF1-AA1B-DA26B2124285}"/>
              </a:ext>
            </a:extLst>
          </p:cNvPr>
          <p:cNvCxnSpPr>
            <a:cxnSpLocks/>
            <a:stCxn id="10" idx="4"/>
            <a:endCxn id="12" idx="1"/>
          </p:cNvCxnSpPr>
          <p:nvPr/>
        </p:nvCxnSpPr>
        <p:spPr>
          <a:xfrm>
            <a:off x="8351519" y="3966210"/>
            <a:ext cx="0" cy="2324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6E796E-ECAA-6FA4-13DD-C1DE419112AE}"/>
              </a:ext>
            </a:extLst>
          </p:cNvPr>
          <p:cNvCxnSpPr>
            <a:stCxn id="13" idx="2"/>
            <a:endCxn id="12" idx="5"/>
          </p:cNvCxnSpPr>
          <p:nvPr/>
        </p:nvCxnSpPr>
        <p:spPr>
          <a:xfrm flipH="1">
            <a:off x="9156191" y="4526280"/>
            <a:ext cx="7109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8ED1FDE-61C6-D0D1-7F51-A7840503F1A5}"/>
              </a:ext>
            </a:extLst>
          </p:cNvPr>
          <p:cNvCxnSpPr>
            <a:cxnSpLocks/>
            <a:stCxn id="12" idx="4"/>
            <a:endCxn id="15" idx="1"/>
          </p:cNvCxnSpPr>
          <p:nvPr/>
        </p:nvCxnSpPr>
        <p:spPr>
          <a:xfrm>
            <a:off x="8351519" y="4853940"/>
            <a:ext cx="20144" cy="268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6E60F2-340D-A7F1-1055-F9F78149805D}"/>
              </a:ext>
            </a:extLst>
          </p:cNvPr>
          <p:cNvCxnSpPr>
            <a:stCxn id="15" idx="4"/>
            <a:endCxn id="6" idx="0"/>
          </p:cNvCxnSpPr>
          <p:nvPr/>
        </p:nvCxnSpPr>
        <p:spPr>
          <a:xfrm>
            <a:off x="8371663" y="5777865"/>
            <a:ext cx="0" cy="283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7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CA026-EEFF-5F1A-42F2-FBFB10CF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" y="994410"/>
            <a:ext cx="34194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2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 Linh Nguyen</dc:creator>
  <cp:lastModifiedBy>Gia Linh Nguyen</cp:lastModifiedBy>
  <cp:revision>1</cp:revision>
  <dcterms:created xsi:type="dcterms:W3CDTF">2024-11-17T13:17:01Z</dcterms:created>
  <dcterms:modified xsi:type="dcterms:W3CDTF">2024-11-17T13:17:09Z</dcterms:modified>
</cp:coreProperties>
</file>